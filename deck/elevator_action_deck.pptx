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7A99D6-880B-49F8-8259-D7C844B948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CA3C53A-121F-46D0-861B-4AFE1742F7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380880"/>
            <a:ext cx="12192120" cy="60958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1" name=""/>
          <p:cNvSpPr txBox="1"/>
          <p:nvPr/>
        </p:nvSpPr>
        <p:spPr>
          <a:xfrm>
            <a:off x="432000" y="6534000"/>
            <a:ext cx="79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PLAYABLE BUILD  /  RUST + BEVY 0.20.1  / 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0800000" y="6534000"/>
            <a:ext cx="936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01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02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THE BRIEF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A COMPLETE ARCADE GAME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0000" y="1188000"/>
            <a:ext cx="5400000" cy="50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000" b="0" u="none" strike="noStrike">
                <a:solidFill>
                  <a:srgbClr val="EEF2F8"/>
                </a:solidFill>
                <a:effectLst/>
                <a:uFillTx/>
                <a:latin typeface="DejaVu Sans"/>
              </a:rPr>
              <a:t>Rebuild the 1983 elevator-spy loop as a complete,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EEF2F8"/>
                </a:solidFill>
                <a:effectLst/>
                <a:uFillTx/>
                <a:latin typeface="DejaVu Sans"/>
              </a:rPr>
              <a:t>playable 2D arcade game — not a tech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0000" y="1728000"/>
            <a:ext cx="5508000" cy="79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7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Descend a cutaway hotel. Call and ride two elevators.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7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Crack the red document doors. Dodge the night desk's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7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agents. Collect every file, then reach the getaway car.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0000" y="2736000"/>
            <a:ext cx="1728000" cy="648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46400" y="2790000"/>
            <a:ext cx="15552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46400" y="3124800"/>
            <a:ext cx="15552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STAGES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196000" y="2736000"/>
            <a:ext cx="1728000" cy="648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282400" y="2790000"/>
            <a:ext cx="15552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282400" y="3124800"/>
            <a:ext cx="15552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FLOORS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032000" y="2736000"/>
            <a:ext cx="1728000" cy="648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118400" y="2790000"/>
            <a:ext cx="15552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000" b="0" u="none" strike="noStrike">
                <a:solidFill>
                  <a:srgbClr val="FFD463"/>
                </a:solidFill>
                <a:effectLst/>
                <a:uFillTx/>
                <a:latin typeface="Arcade 17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118400" y="3124800"/>
            <a:ext cx="15552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ELEVATORS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60000" y="3636000"/>
            <a:ext cx="540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5E6B80"/>
                </a:solidFill>
                <a:effectLst/>
                <a:uFillTx/>
                <a:latin typeface="DejaVu Sans"/>
              </a:rPr>
              <a:t>One screen. Three escalating assignments.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5E6B80"/>
                </a:solidFill>
                <a:effectLst/>
                <a:uFillTx/>
                <a:latin typeface="DejaVu Sans"/>
              </a:rPr>
              <a:t>No save points, no continues — just three lives.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60000" y="6318000"/>
            <a:ext cx="576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ORIGINAL ART  /  ORIGINAL AUDIO  /  NO ARCADE ROMS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174000" y="909000"/>
            <a:ext cx="5580000" cy="4194000"/>
          </a:xfrm>
          <a:prstGeom prst="rect">
            <a:avLst/>
          </a:prstGeom>
          <a:solidFill>
            <a:schemeClr val="accent1"/>
          </a:solidFill>
          <a:ln w="180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6192000" y="927000"/>
            <a:ext cx="5544000" cy="415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36" name=""/>
          <p:cNvSpPr txBox="1"/>
          <p:nvPr/>
        </p:nvSpPr>
        <p:spPr>
          <a:xfrm>
            <a:off x="6192000" y="5364000"/>
            <a:ext cx="5544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STAGE 1 — THE HOTEL MERIDIAN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03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THE LOOP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SIX FILES. NO EXIT.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tep-01"/>
          <p:cNvSpPr txBox="1"/>
          <p:nvPr/>
        </p:nvSpPr>
        <p:spPr>
          <a:xfrm>
            <a:off x="360000" y="1134000"/>
            <a:ext cx="1080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0000" y="1422000"/>
            <a:ext cx="5328000" cy="21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CALL THE CAR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0000" y="1656000"/>
            <a:ext cx="5328000" cy="34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W at a shaft summons an elevator. W again boards it once it docks.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60000" y="2052000"/>
            <a:ext cx="5472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tep-02"/>
          <p:cNvSpPr txBox="1"/>
          <p:nvPr/>
        </p:nvSpPr>
        <p:spPr>
          <a:xfrm>
            <a:off x="360000" y="2214000"/>
            <a:ext cx="1080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60000" y="2502000"/>
            <a:ext cx="5328000" cy="21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RIDE THE FLOORS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60000" y="2736000"/>
            <a:ext cx="5328000" cy="34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W/S picks the next stop. A/D steps off when the car is docked.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60000" y="3132000"/>
            <a:ext cx="5472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tep-03"/>
          <p:cNvSpPr txBox="1"/>
          <p:nvPr/>
        </p:nvSpPr>
        <p:spPr>
          <a:xfrm>
            <a:off x="360000" y="3294000"/>
            <a:ext cx="1080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60000" y="3582000"/>
            <a:ext cx="5328000" cy="21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CRACK THE RED DOORS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60000" y="3816000"/>
            <a:ext cx="5328000" cy="34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Walk into a red door to take its file: +500. Collect them all to open the exit.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0000" y="4212000"/>
            <a:ext cx="5472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tep-04"/>
          <p:cNvSpPr txBox="1"/>
          <p:nvPr/>
        </p:nvSpPr>
        <p:spPr>
          <a:xfrm>
            <a:off x="360000" y="4374000"/>
            <a:ext cx="1080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60000" y="4662000"/>
            <a:ext cx="5328000" cy="21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REACH THE CAR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60000" y="4896000"/>
            <a:ext cx="5328000" cy="34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Walk into the getaway car at the bottom right. Bonus scales with lives.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60000" y="5292000"/>
            <a:ext cx="5472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354000" y="873000"/>
            <a:ext cx="5436000" cy="4086000"/>
          </a:xfrm>
          <a:prstGeom prst="rect">
            <a:avLst/>
          </a:prstGeom>
          <a:solidFill>
            <a:schemeClr val="accent1"/>
          </a:solidFill>
          <a:ln w="180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6372000" y="891000"/>
            <a:ext cx="5400000" cy="405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63" name=""/>
          <p:cNvSpPr txBox="1"/>
          <p:nvPr/>
        </p:nvSpPr>
        <p:spPr>
          <a:xfrm>
            <a:off x="6372000" y="5184000"/>
            <a:ext cx="540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STAGE 3 — THE RED DOOR PROTOCOL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360000" y="5724000"/>
            <a:ext cx="11412000" cy="360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40000" y="5806800"/>
            <a:ext cx="1105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RED = FILES.   GRAY = AGENTS.   THE CAR OPENS ONLY WHEN EVERY FILE IS YOURS.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04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FEEL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DUCK. JUMP. SHOOT.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60000" y="1188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MOVE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872000" y="11736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A / D  or  ← / 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60000" y="14112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60000" y="15192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SHOOT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872000" y="15048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J / X  (hold to autofire)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60000" y="17424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60000" y="18504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JUMP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872000" y="18360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K / 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60000" y="20736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60000" y="21816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DUCK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872000" y="21672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S / ↓  (dodges chest shots)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60000" y="24048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60000" y="25128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ELEVATOR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872000" y="24984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W / ↑ call, board, next floor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0000" y="27360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60000" y="2844000"/>
            <a:ext cx="15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PAUSE / MUTE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872000" y="2829600"/>
            <a:ext cx="432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600" b="0" u="none" strike="noStrike">
                <a:solidFill>
                  <a:srgbClr val="F4E7C6"/>
                </a:solidFill>
                <a:effectLst/>
                <a:uFillTx/>
                <a:latin typeface="DejaVu Sans"/>
              </a:rPr>
              <a:t>P or Esc   /   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60000" y="3067200"/>
            <a:ext cx="5184000" cy="0"/>
          </a:xfrm>
          <a:prstGeom prst="line">
            <a:avLst/>
          </a:prstGeom>
          <a:ln w="90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5600" tIns="-30600" rIns="75600" bIns="-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60000" y="3492000"/>
            <a:ext cx="180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THE FEEL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60000" y="3672000"/>
            <a:ext cx="5112000" cy="79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One-hit deaths with 2.4 s of spawn protection keep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mistakes legible. Ducking swaps to a 10 px hitbox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at the feet, so chest-height bullets pass overhead.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Agents telegraph for 0.55–0.9 s before firing.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102000" y="774000"/>
            <a:ext cx="5796000" cy="4356000"/>
          </a:xfrm>
          <a:prstGeom prst="rect">
            <a:avLst/>
          </a:prstGeom>
          <a:solidFill>
            <a:schemeClr val="accent1"/>
          </a:solidFill>
          <a:ln w="180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6120000" y="792000"/>
            <a:ext cx="5760000" cy="432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96" name=""/>
          <p:cNvSpPr txBox="1"/>
          <p:nvPr/>
        </p:nvSpPr>
        <p:spPr>
          <a:xfrm>
            <a:off x="6120000" y="5184000"/>
            <a:ext cx="576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MUZZLE FLASH, TWO ROUNDS, AN OPEN RED DOOR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05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UNDER THE HOOD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BEVY ECS, TOP TO BOTTOM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60000" y="1116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60000" y="1116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75200" y="1180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STATES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5200" y="1404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Title · InGame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GameOver · Victory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168000" y="1116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168000" y="1116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83200" y="1180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PLAYER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283200" y="1404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move · jump · duck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shoot · ride · respawn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976000" y="1116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976000" y="1116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091200" y="1180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ENEMY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091200" y="1404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floor-aware chase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call · board · shoot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784000" y="1116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784000" y="1116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899200" y="1180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FD463"/>
                </a:solidFill>
                <a:effectLst/>
                <a:uFillTx/>
                <a:latin typeface="Arcade 17"/>
              </a:rPr>
              <a:t>ELEVATOR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899200" y="1404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CarState resource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position · target · riders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60000" y="2232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60000" y="2232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75200" y="2296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COMBAT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5200" y="2520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bullets · particles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hits · doors · exit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168000" y="2232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168000" y="2232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283200" y="2296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LEVEL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283200" y="2520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spawn · waves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transitions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976000" y="2232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976000" y="2232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091200" y="2296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UI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091200" y="2520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HUD · banners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pause · screens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8784000" y="2232000"/>
            <a:ext cx="2520000" cy="68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784000" y="2232000"/>
            <a:ext cx="32400" cy="68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8899200" y="2296800"/>
            <a:ext cx="230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700" b="0" u="none" strike="noStrike">
                <a:solidFill>
                  <a:srgbClr val="FFD463"/>
                </a:solidFill>
                <a:effectLst/>
                <a:uFillTx/>
                <a:latin typeface="Arcade 17"/>
              </a:rPr>
              <a:t>WORLD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899200" y="2520000"/>
            <a:ext cx="2304000" cy="32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layout · levels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pure math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60000" y="3240000"/>
            <a:ext cx="5760000" cy="93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Courier New"/>
              </a:rPr>
              <a:t>COMPONENTS  Player · Enemy · Door · Bullet · ElevatorCar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Courier New"/>
              </a:rPr>
              <a:t>RESOURCES   RunState · Elevators · Fx · PendingLevel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Courier New"/>
              </a:rPr>
              <a:t>MESSAGES    PlaySfx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Courier New"/>
              </a:rPr>
              <a:t>SCHEDULES   Startup · Update · OnEnter(state)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60000" y="4356000"/>
            <a:ext cx="11412000" cy="432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40000" y="4449600"/>
            <a:ext cx="1105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ONE PLUGIN  ·  8 MODULES  ·  NO unsafe  ·  NO CUSTOM RENDERER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60000" y="5040000"/>
            <a:ext cx="11412000" cy="79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Systems are chained in a single Update schedule, gated by 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and by a Normal-phase run condition. Commands, messages 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despawn-on-exit markers keep level teardown and restarts clean.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06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SIMULATION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THE ELEVATOR IS THE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60000" y="1116000"/>
            <a:ext cx="5652000" cy="3168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04000" y="1224000"/>
            <a:ext cx="5400000" cy="291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pub struct CarState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pub bottom: f32,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pub target_floor: usize,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pub moving: bool,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pub riders: u32,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fn update(&amp;mut self, dt: f32) -&gt; Option&lt;usize&gt;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let target = car_bottom_for_floor(self.target_floor);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let delta = target - self.bottom;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let step = CAR_SPEED * dt;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if delta.abs() &lt;= step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    self.bottom = target;     // dock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    self.moving = false;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    Some(self.target_floor)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} else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    self.bottom += delta.signum() * step;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    None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   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04000" y="4320000"/>
            <a:ext cx="2160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src/world.rs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372000" y="1152000"/>
            <a:ext cx="540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WHAT MAKES IT 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372000" y="1404000"/>
            <a:ext cx="18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624000" y="1404000"/>
            <a:ext cx="5112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request() retargets a moving car, so a rider can change floors mid-trip.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372000" y="1962000"/>
            <a:ext cx="18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624000" y="1962000"/>
            <a:ext cx="5112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44 px/s and a 26 px floor pitch: the ride reads as deliberate, not floaty.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372000" y="2520000"/>
            <a:ext cx="18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624000" y="2520000"/>
            <a:ext cx="5112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docked_floor() is the single truth for boarding, stepping off, and enemy AI.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72000" y="3078000"/>
            <a:ext cx="18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624000" y="3078000"/>
            <a:ext cx="5112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 riders counter stops agents from calling a car out from under the player.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372000" y="3636000"/>
            <a:ext cx="18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624000" y="3636000"/>
            <a:ext cx="5112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Agents walk to a shaft, call, board, retarget, and dismount — the same rules as the player.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372000" y="4428000"/>
            <a:ext cx="5688000" cy="288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516000" y="4482000"/>
            <a:ext cx="547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TESTS  car_rides_and_docks  ·  car_does_not_move_when_already_there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621720" y="5101200"/>
            <a:ext cx="843840" cy="9936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9632520" y="5112000"/>
            <a:ext cx="822240" cy="972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7" name=""/>
          <p:cNvSpPr/>
          <p:nvPr/>
        </p:nvSpPr>
        <p:spPr>
          <a:xfrm>
            <a:off x="10629720" y="5101200"/>
            <a:ext cx="843840" cy="9936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"/>
          <p:cNvPicPr/>
          <p:nvPr/>
        </p:nvPicPr>
        <p:blipFill>
          <a:blip r:embed="rId2"/>
          <a:stretch/>
        </p:blipFill>
        <p:spPr>
          <a:xfrm>
            <a:off x="10640520" y="5112000"/>
            <a:ext cx="822240" cy="972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9" name=""/>
          <p:cNvSpPr txBox="1"/>
          <p:nvPr/>
        </p:nvSpPr>
        <p:spPr>
          <a:xfrm>
            <a:off x="9540000" y="6120000"/>
            <a:ext cx="10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IDLE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0548000" y="6120000"/>
            <a:ext cx="10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MOVING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07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ART 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PIXELS FROM SCRATCH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47400" y="1104480"/>
            <a:ext cx="6325200" cy="3514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"/>
          <p:cNvPicPr/>
          <p:nvPr/>
        </p:nvPicPr>
        <p:blipFill>
          <a:blip r:embed="rId1"/>
          <a:stretch/>
        </p:blipFill>
        <p:spPr>
          <a:xfrm>
            <a:off x="360000" y="1117080"/>
            <a:ext cx="6300000" cy="34891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81" name=""/>
          <p:cNvSpPr txBox="1"/>
          <p:nvPr/>
        </p:nvSpPr>
        <p:spPr>
          <a:xfrm>
            <a:off x="360000" y="4680000"/>
            <a:ext cx="630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1× SOURCE ART — 7 PLAYER FRAMES, 2 AGENT SHEETS, DOORS, CARS, HUD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020000" y="1116000"/>
            <a:ext cx="48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KRITA 6 / PYKRITA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020000" y="1332000"/>
            <a:ext cx="4860000" cy="61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Every sprite and all three backdrops are drawn at 1× into QImages, pushed through Krita layers, and exported as PNG. Editable .kra sources ship in assets/art/.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020000" y="2142000"/>
            <a:ext cx="48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A 5×7 FONT, TYPESET IN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7020000" y="2358000"/>
            <a:ext cx="4860000" cy="61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 hand-built glyph table is expanded to a real TTF with fontTools, then loaded by Bevy for crisp HUD and menu text.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020000" y="3168000"/>
            <a:ext cx="48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INKSCAPE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020000" y="3384000"/>
            <a:ext cx="4860000" cy="61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The README banner and social preview are vector SVG, rendered to a 1280×640 PNG.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020000" y="4194000"/>
            <a:ext cx="48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NO EXTERNAL 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020000" y="4410000"/>
            <a:ext cx="4860000" cy="61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4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No arcade rips, no stock sprites, no sample packs. Backgrounds are midnight, amber, and violet themes built from the same floor plan.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7338960" y="4993200"/>
            <a:ext cx="4221360" cy="12816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"/>
          <p:cNvPicPr/>
          <p:nvPr/>
        </p:nvPicPr>
        <p:blipFill>
          <a:blip r:embed="rId2"/>
          <a:stretch/>
        </p:blipFill>
        <p:spPr>
          <a:xfrm>
            <a:off x="7349760" y="5004000"/>
            <a:ext cx="4199760" cy="1260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92" name=""/>
          <p:cNvSpPr txBox="1"/>
          <p:nvPr/>
        </p:nvSpPr>
        <p:spPr>
          <a:xfrm>
            <a:off x="7020000" y="6336000"/>
            <a:ext cx="4860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THREE BUILDINGS, ONE FLOOR PLAN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08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SOUND + PRESENTATION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A 16-SECOND SPY LOOP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47400" y="1173600"/>
            <a:ext cx="6685200" cy="146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"/>
          <p:cNvPicPr/>
          <p:nvPr/>
        </p:nvPicPr>
        <p:blipFill>
          <a:blip r:embed="rId1"/>
          <a:stretch/>
        </p:blipFill>
        <p:spPr>
          <a:xfrm>
            <a:off x="360000" y="1186200"/>
            <a:ext cx="6660000" cy="144288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03" name=""/>
          <p:cNvSpPr txBox="1"/>
          <p:nvPr/>
        </p:nvSpPr>
        <p:spPr>
          <a:xfrm>
            <a:off x="360000" y="2772000"/>
            <a:ext cx="666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ORIGINAL CHIPTUNE — SQUARE, TRIANGLE AND NOISE, RENDERED TO WAV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60000" y="3060000"/>
            <a:ext cx="144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76000" y="3060000"/>
            <a:ext cx="6120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11 cues plus the loop: pistol, enemy shot, hit, pickup, death, ding, door, call, clear, game over, victory.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60000" y="3618000"/>
            <a:ext cx="144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76000" y="3618000"/>
            <a:ext cx="6120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22.05 kHz mono; all synthesized in pure Python with the standard library.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60000" y="4176000"/>
            <a:ext cx="144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500" b="0" u="none" strike="noStrike">
                <a:solidFill>
                  <a:srgbClr val="D93442"/>
                </a:solidFill>
                <a:effectLst/>
                <a:uFillTx/>
                <a:latin typeface="DejaVu Sans"/>
              </a:rPr>
              <a:t>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76000" y="4176000"/>
            <a:ext cx="6120000" cy="43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One GlobalVolume resource handles mute without touching individual sinks.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49200" y="5176800"/>
            <a:ext cx="6681600" cy="41004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"/>
          <p:cNvPicPr/>
          <p:nvPr/>
        </p:nvPicPr>
        <p:blipFill>
          <a:blip r:embed="rId2"/>
          <a:stretch/>
        </p:blipFill>
        <p:spPr>
          <a:xfrm>
            <a:off x="360000" y="5187600"/>
            <a:ext cx="6660000" cy="3884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12" name=""/>
          <p:cNvSpPr txBox="1"/>
          <p:nvPr/>
        </p:nvSpPr>
        <p:spPr>
          <a:xfrm>
            <a:off x="360000" y="6012000"/>
            <a:ext cx="6660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9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CRISP HUD AT 3× — CUSTOM FONT, NO ANTIALIASING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344000" y="1116000"/>
            <a:ext cx="4500000" cy="108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488000" y="1195200"/>
            <a:ext cx="4212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6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320 × 240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488000" y="1627200"/>
            <a:ext cx="421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VIRTUAL ARCADE SCREEN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488000" y="1836000"/>
            <a:ext cx="42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rendered at 3× in a fixed 960×720 window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7344000" y="2304000"/>
            <a:ext cx="4500000" cy="108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488000" y="2383200"/>
            <a:ext cx="4212000" cy="396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6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NEAREST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488000" y="2815200"/>
            <a:ext cx="421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SAMPLING + INTEGER SNAP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488000" y="3024000"/>
            <a:ext cx="42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no blurry pixels, ever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659360" y="3513600"/>
            <a:ext cx="3868560" cy="2908800"/>
          </a:xfrm>
          <a:prstGeom prst="rect">
            <a:avLst/>
          </a:prstGeom>
          <a:solidFill>
            <a:schemeClr val="accent1"/>
          </a:solidFill>
          <a:ln w="144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8120" tIns="33120" rIns="78120" bIns="331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"/>
          <p:cNvPicPr/>
          <p:nvPr/>
        </p:nvPicPr>
        <p:blipFill>
          <a:blip r:embed="rId3"/>
          <a:stretch/>
        </p:blipFill>
        <p:spPr>
          <a:xfrm>
            <a:off x="7673760" y="3528000"/>
            <a:ext cx="3839760" cy="288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09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VERIFICATION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TRUST, BUT VERIFY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47400" y="1103400"/>
            <a:ext cx="2617200" cy="19692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"/>
          <p:cNvPicPr/>
          <p:nvPr/>
        </p:nvPicPr>
        <p:blipFill>
          <a:blip r:embed="rId1"/>
          <a:stretch/>
        </p:blipFill>
        <p:spPr>
          <a:xfrm>
            <a:off x="360000" y="1116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33" name=""/>
          <p:cNvSpPr txBox="1"/>
          <p:nvPr/>
        </p:nvSpPr>
        <p:spPr>
          <a:xfrm>
            <a:off x="360000" y="3096000"/>
            <a:ext cx="259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TITLE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191400" y="1103400"/>
            <a:ext cx="2617200" cy="19692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"/>
          <p:cNvPicPr/>
          <p:nvPr/>
        </p:nvPicPr>
        <p:blipFill>
          <a:blip r:embed="rId2"/>
          <a:stretch/>
        </p:blipFill>
        <p:spPr>
          <a:xfrm>
            <a:off x="3204000" y="1116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36" name=""/>
          <p:cNvSpPr txBox="1"/>
          <p:nvPr/>
        </p:nvSpPr>
        <p:spPr>
          <a:xfrm>
            <a:off x="3204000" y="3096000"/>
            <a:ext cx="259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STAGE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035400" y="1103400"/>
            <a:ext cx="2617200" cy="19692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"/>
          <p:cNvPicPr/>
          <p:nvPr/>
        </p:nvPicPr>
        <p:blipFill>
          <a:blip r:embed="rId3"/>
          <a:stretch/>
        </p:blipFill>
        <p:spPr>
          <a:xfrm>
            <a:off x="6048000" y="1116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39" name=""/>
          <p:cNvSpPr txBox="1"/>
          <p:nvPr/>
        </p:nvSpPr>
        <p:spPr>
          <a:xfrm>
            <a:off x="6048000" y="3096000"/>
            <a:ext cx="259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STAGE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8879400" y="1103400"/>
            <a:ext cx="2617200" cy="19692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7400" tIns="32400" rIns="77400" bIns="324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"/>
          <p:cNvPicPr/>
          <p:nvPr/>
        </p:nvPicPr>
        <p:blipFill>
          <a:blip r:embed="rId4"/>
          <a:stretch/>
        </p:blipFill>
        <p:spPr>
          <a:xfrm>
            <a:off x="8892000" y="1116000"/>
            <a:ext cx="2592000" cy="1944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42" name=""/>
          <p:cNvSpPr txBox="1"/>
          <p:nvPr/>
        </p:nvSpPr>
        <p:spPr>
          <a:xfrm>
            <a:off x="8892000" y="3096000"/>
            <a:ext cx="2592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0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PAUSE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60000" y="3456000"/>
            <a:ext cx="11412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EVERY IMAGE IN THIS DECK WAS CAPTURED FROM THE RUNNING BINARY.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60000" y="3852000"/>
            <a:ext cx="2088000" cy="54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50000" y="3924000"/>
            <a:ext cx="19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FMT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50000" y="4104000"/>
            <a:ext cx="1908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DejaVu Sans Mono"/>
              </a:rPr>
              <a:t>cargo fmt --check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2592000" y="3852000"/>
            <a:ext cx="2088000" cy="54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682000" y="3924000"/>
            <a:ext cx="19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LINT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682000" y="4104000"/>
            <a:ext cx="1908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DejaVu Sans Mono"/>
              </a:rPr>
              <a:t>clippy -D warnings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824000" y="3852000"/>
            <a:ext cx="2088000" cy="54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914000" y="3924000"/>
            <a:ext cx="19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TESTS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914000" y="4104000"/>
            <a:ext cx="1908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DejaVu Sans Mono"/>
              </a:rPr>
              <a:t>15 passing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056000" y="3852000"/>
            <a:ext cx="2088000" cy="54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146000" y="3924000"/>
            <a:ext cx="19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CAPTURE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146000" y="4104000"/>
            <a:ext cx="1908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DejaVu Sans Mono"/>
              </a:rPr>
              <a:t>self-screenshot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9288000" y="3852000"/>
            <a:ext cx="2088000" cy="540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378000" y="3924000"/>
            <a:ext cx="1908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D93442"/>
                </a:solidFill>
                <a:effectLst/>
                <a:uFillTx/>
                <a:latin typeface="Arcade 17"/>
              </a:rPr>
              <a:t>DEMO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378000" y="4104000"/>
            <a:ext cx="1908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DejaVu Sans Mono"/>
              </a:rPr>
              <a:t>scripted input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60000" y="4680000"/>
            <a:ext cx="11412000" cy="126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Unit tests cover pure elevator/collision math and every level layout. Integration tests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drive full ECS apps for document pickup, damage/life loss, respawn, stage advance,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victory transition, and the complete level-spawn pipeline. Screenshot mode waits for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the scene to settle, saves the framebuffer, and exits — the loop that caught UI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overlaps, font fallback squares, and HUD/playfield collisions.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60000" y="201600"/>
            <a:ext cx="6120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0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RED DOOR PROTOCOL // BEVY 0.20.1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920000" y="201600"/>
            <a:ext cx="3888000" cy="1512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ELEVATOR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0800000" y="6480000"/>
            <a:ext cx="936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r"/>
            <a:r>
              <a:rPr lang="en-US" sz="1000" b="0" u="none" strike="noStrike">
                <a:solidFill>
                  <a:srgbClr val="5E6B80"/>
                </a:solidFill>
                <a:effectLst/>
                <a:uFillTx/>
                <a:latin typeface="Arcade 17"/>
              </a:rPr>
              <a:t>10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kicker-rule"/>
          <p:cNvSpPr/>
          <p:nvPr/>
        </p:nvSpPr>
        <p:spPr>
          <a:xfrm>
            <a:off x="360000" y="363600"/>
            <a:ext cx="324000" cy="162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60000" y="378000"/>
            <a:ext cx="11160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SHIP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60000" y="612000"/>
            <a:ext cx="11160000" cy="468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32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PLAY 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60000" y="1044000"/>
            <a:ext cx="540000" cy="18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-27000" rIns="90000" bIns="-27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60000" y="1152000"/>
            <a:ext cx="7200000" cy="50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A complete, original arcade game in Rust.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0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Clone it, build it, crack some red doors.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60000" y="1836000"/>
            <a:ext cx="7380000" cy="140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540000" y="1962000"/>
            <a:ext cx="7020000" cy="115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git clone https://github.com/orbitmechanic/elevator-action-bevy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cd elevator-action-bevy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cargo run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cargo 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C8E6E1"/>
                </a:solidFill>
                <a:effectLst/>
                <a:uFillTx/>
                <a:latin typeface="Courier New"/>
              </a:rPr>
              <a:t>cargo clippy --all-targets -- -D warnings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60000" y="3492000"/>
            <a:ext cx="7380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r>
              <a:rPr lang="en-US" sz="1200" b="0" u="none" strike="noStrike">
                <a:solidFill>
                  <a:srgbClr val="5EE0D5"/>
                </a:solidFill>
                <a:effectLst/>
                <a:uFillTx/>
                <a:latin typeface="Arcade 17"/>
              </a:rPr>
              <a:t>MIT LICENSE  ·  ORIGINAL ART + AUDIO  ·  BEVY 0.20.1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360000" y="4320000"/>
            <a:ext cx="7200000" cy="50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6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Built with Krita, Inkscape, LibreOffice and a lot of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600" b="0" u="none" strike="noStrike">
                <a:solidFill>
                  <a:srgbClr val="93A1B7"/>
                </a:solidFill>
                <a:effectLst/>
                <a:uFillTx/>
                <a:latin typeface="DejaVu Sans"/>
              </a:rPr>
              <a:t>pixel counting. Thanks for playing.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8352000" y="1296000"/>
            <a:ext cx="2844000" cy="2844000"/>
          </a:xfrm>
          <a:prstGeom prst="rect">
            <a:avLst/>
          </a:prstGeom>
          <a:solidFill>
            <a:schemeClr val="accent1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"/>
          <p:cNvPicPr/>
          <p:nvPr/>
        </p:nvPicPr>
        <p:blipFill>
          <a:blip r:embed="rId1"/>
          <a:stretch/>
        </p:blipFill>
        <p:spPr>
          <a:xfrm>
            <a:off x="8820000" y="1764000"/>
            <a:ext cx="1908000" cy="190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75" name=""/>
          <p:cNvSpPr txBox="1"/>
          <p:nvPr/>
        </p:nvSpPr>
        <p:spPr>
          <a:xfrm>
            <a:off x="8352000" y="4212000"/>
            <a:ext cx="2844000" cy="180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SCAN TO PLAY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352000" y="4572000"/>
            <a:ext cx="2844000" cy="144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900" b="0" u="none" strike="noStrike">
                <a:solidFill>
                  <a:srgbClr val="93A1B7"/>
                </a:solidFill>
                <a:effectLst/>
                <a:uFillTx/>
                <a:latin typeface="Arcade 17"/>
              </a:rPr>
              <a:t>github.com/orbitmechanic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360000" y="5724000"/>
            <a:ext cx="11412000" cy="324000"/>
          </a:xfrm>
          <a:prstGeom prst="rect">
            <a:avLst/>
          </a:prstGeom>
          <a:solidFill>
            <a:schemeClr val="accent1"/>
          </a:solidFill>
          <a:ln w="1080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76320" tIns="31320" rIns="76320" bIns="31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40000" y="5810400"/>
            <a:ext cx="11052000" cy="162000"/>
          </a:xfrm>
          <a:prstGeom prst="rect">
            <a:avLst/>
          </a:prstGeom>
          <a:noFill/>
          <a:ln w="38160">
            <a:noFill/>
          </a:ln>
        </p:spPr>
        <p:txBody>
          <a:bodyPr lIns="0" tIns="0" rIns="0" bIns="0" anchor="t">
            <a:noAutofit/>
          </a:bodyPr>
          <a:p>
            <a:pPr algn="ctr"/>
            <a:r>
              <a:rPr lang="en-US" sz="1300" b="0" u="none" strike="noStrike">
                <a:solidFill>
                  <a:srgbClr val="F4E7C6"/>
                </a:solidFill>
                <a:effectLst/>
                <a:uFillTx/>
                <a:latin typeface="Arcade 17"/>
              </a:rPr>
              <a:t>PRESS ENTER TO START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2026-10-30T00:11:56Z</dcterms:modified>
  <cp:revision>1</cp:revision>
  <dc:subject/>
  <dc:title/>
</cp:coreProperties>
</file>